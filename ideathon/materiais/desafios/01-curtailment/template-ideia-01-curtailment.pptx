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a9a787061fb4313" /><Relationship Type="http://schemas.openxmlformats.org/officeDocument/2006/relationships/extended-properties" Target="/docProps/app.xml" Id="Rf154ed12cfaf4b46" /><Relationship Type="http://schemas.openxmlformats.org/officeDocument/2006/relationships/officeDocument" Target="/ppt/presentation.xml" Id="R94dfb05d14c0437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abae53bbb1d4d6a"/>
  </p:sldMasterIdLst>
  <p:notesMasterIdLst>
    <p:notesMasterId xmlns:r="http://schemas.openxmlformats.org/officeDocument/2006/relationships" r:id="R4598ed8af4a34295"/>
  </p:notesMasterIdLst>
  <p:sldIdLst>
    <p:sldId xmlns:r="http://schemas.openxmlformats.org/officeDocument/2006/relationships" id="256" r:id="Re8ac655b447c4c76"/>
    <p:sldId xmlns:r="http://schemas.openxmlformats.org/officeDocument/2006/relationships" id="257" r:id="Rff29970857cd44eb"/>
    <p:sldId xmlns:r="http://schemas.openxmlformats.org/officeDocument/2006/relationships" id="258" r:id="Rc6983b5a41be489d"/>
    <p:sldId xmlns:r="http://schemas.openxmlformats.org/officeDocument/2006/relationships" id="259" r:id="R4df7abe589ad4ccd"/>
    <p:sldId xmlns:r="http://schemas.openxmlformats.org/officeDocument/2006/relationships" id="260" r:id="R423e2e14effe429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690a91021724dba" /><Relationship Type="http://schemas.openxmlformats.org/officeDocument/2006/relationships/slideMaster" Target="/ppt/slideMasters/slideMaster1.xml" Id="Rcabae53bbb1d4d6a" /><Relationship Type="http://schemas.openxmlformats.org/officeDocument/2006/relationships/notesMaster" Target="/ppt/notesMasters/notesMaster1.xml" Id="R4598ed8af4a34295" /><Relationship Type="http://schemas.openxmlformats.org/officeDocument/2006/relationships/presProps" Target="/ppt/presProps.xml" Id="R698da497b83241ce" /><Relationship Type="http://schemas.openxmlformats.org/officeDocument/2006/relationships/tableStyles" Target="/ppt/tableStyles.xml" Id="R1abce9e8c3c942a9" /><Relationship Type="http://schemas.openxmlformats.org/officeDocument/2006/relationships/slide" Target="/ppt/slides/slide1.xml" Id="Re8ac655b447c4c76" /><Relationship Type="http://schemas.openxmlformats.org/officeDocument/2006/relationships/slide" Target="/ppt/slides/slide2.xml" Id="Rff29970857cd44eb" /><Relationship Type="http://schemas.openxmlformats.org/officeDocument/2006/relationships/slide" Target="/ppt/slides/slide3.xml" Id="Rc6983b5a41be489d" /><Relationship Type="http://schemas.openxmlformats.org/officeDocument/2006/relationships/slide" Target="/ppt/slides/slide4.xml" Id="R4df7abe589ad4ccd" /><Relationship Type="http://schemas.openxmlformats.org/officeDocument/2006/relationships/slide" Target="/ppt/slides/slide5.xml" Id="R423e2e14effe429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5d0810c3a5048e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1caddd06b6a4a24" /><Relationship Type="http://schemas.openxmlformats.org/officeDocument/2006/relationships/notesMaster" Target="/ppt/notesMasters/notesMaster1.xml" Id="Rb33f0fd06f38421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6792812ee0841d3" /><Relationship Type="http://schemas.openxmlformats.org/officeDocument/2006/relationships/notesMaster" Target="/ppt/notesMasters/notesMaster1.xml" Id="R74dc6ab015f94b7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2f86f58b1734b40" /><Relationship Type="http://schemas.openxmlformats.org/officeDocument/2006/relationships/notesMaster" Target="/ppt/notesMasters/notesMaster1.xml" Id="Rbc87819a0e8c493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7c9860eb9cb4d2f" /><Relationship Type="http://schemas.openxmlformats.org/officeDocument/2006/relationships/notesMaster" Target="/ppt/notesMasters/notesMaster1.xml" Id="Re7785d9530e84b0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b3bd40dc32a4fb0" /><Relationship Type="http://schemas.openxmlformats.org/officeDocument/2006/relationships/notesMaster" Target="/ppt/notesMasters/notesMaster1.xml" Id="R48f37284d3234bb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Desafio baseado no Caderno de Desafios e Dados. Fonte: Caderno de Desafios e Dados, páginas 6–7. https://www.ons.org.br/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Caderno de Desafios e Dados, páginas 6–7. https://www.ons.org.br/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Canvas editável de ideação. Desafio e fontes: Caderno de Desafios e Dados, páginas 6–7. https://www.ons.org.br/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c0833661d6422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aedc4ff71d34b8b" /><Relationship Type="http://schemas.openxmlformats.org/officeDocument/2006/relationships/slideLayout" Target="/ppt/slideLayouts/slideLayout1.xml" Id="R1ea6dcfc7c0e428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ea6dcfc7c0e428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f5f88960a8465c" /><Relationship Type="http://schemas.openxmlformats.org/officeDocument/2006/relationships/notesSlide" Target="/ppt/notesSlides/notesSlide1.xml" Id="Rc8479f0e305140c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47b1eb13464d1a" /><Relationship Type="http://schemas.openxmlformats.org/officeDocument/2006/relationships/notesSlide" Target="/ppt/notesSlides/notesSlide2.xml" Id="Redff9c11152d473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d9e9a42b1e43a7" /><Relationship Type="http://schemas.openxmlformats.org/officeDocument/2006/relationships/notesSlide" Target="/ppt/notesSlides/notesSlide3.xml" Id="Rf66da73695be412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d973c6b2134fe2" /><Relationship Type="http://schemas.openxmlformats.org/officeDocument/2006/relationships/notesSlide" Target="/ppt/notesSlides/notesSlide4.xml" Id="R764e400b610d4db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9ced64ceaf4d9d" /><Relationship Type="http://schemas.openxmlformats.org/officeDocument/2006/relationships/notesSlide" Target="/ppt/notesSlides/notesSlide5.xml" Id="Ra097ff9714644dd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DF437C-C256-492A-B109-0255B6A18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7C7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7C74"/>
                </a:solidFill>
                <a:latin typeface="Aptos"/>
                <a:ea typeface="Aptos"/>
                <a:cs typeface="Aptos"/>
              </a:rPr>
              <a:t>CAPIWATT   /   IDEATHON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B6F727-E6AC-4D4C-AD00-95A9D3236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6680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Curtailment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8007BE-0994-4601-9472-B12611658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71825"/>
            <a:ext cx="981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37C74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37C74"/>
                </a:solidFill>
                <a:latin typeface="Aptos"/>
                <a:ea typeface="Aptos"/>
                <a:cs typeface="Aptos"/>
              </a:rPr>
              <a:t>Canvas para construção da ideia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842F86-CA3D-4C87-A592-BDB11742F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5778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785"/>
                </a:solidFill>
                <a:latin typeface="Aptos"/>
                <a:ea typeface="Aptos"/>
                <a:cs typeface="Aptos"/>
              </a:rPr>
              <a:t>Hackathon IA COPPE/UFRJ 2026</a:t>
            </a:r>
          </a:p>
        </p:txBody>
      </p:sp>
    </p:spTree>
    <p:extLst>
      <p:ext uri="{BB962C8B-B14F-4D97-AF65-F5344CB8AC3E}">
        <p14:creationId xmlns:p14="http://schemas.microsoft.com/office/powerpoint/2010/main" val="191413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C985E3-8B65-4001-8CF3-F2E944495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37C7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37C74"/>
                </a:solidFill>
                <a:latin typeface="Aptos"/>
                <a:ea typeface="Aptos"/>
                <a:cs typeface="Aptos"/>
              </a:rPr>
              <a:t>CAPIWATT   /   IDEATHON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939D0D-B349-49FF-9EDF-3116F0F6A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Problema e oportunidade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46F3C1-2E70-40D7-A954-6BCA09A44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7C7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7C74"/>
                </a:solidFill>
                <a:latin typeface="Aptos"/>
                <a:ea typeface="Aptos"/>
                <a:cs typeface="Aptos"/>
              </a:rPr>
              <a:t>CONTEXTO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684BC7-6903-4C92-AAF4-AB2E1523C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Cortes de geração eólica e solar podem refletir limites de transmissão, segurança operativa ou excesso de oferta. As causas exigem respostas distintas.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DF3A45-28CA-452B-81BC-FD3891FD2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7C7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7C74"/>
                </a:solidFill>
                <a:latin typeface="Aptos"/>
                <a:ea typeface="Aptos"/>
                <a:cs typeface="Aptos"/>
              </a:rPr>
              <a:t>PERGUNTA ORIENTADORA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2E2346-FA24-4B22-AAF4-C83058EA6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Como ampliar o aproveitamento da geração renovável sem comprometer a segurança do sistema?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A50722-AAEC-40D5-8782-DB10CC1F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7C7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7C74"/>
                </a:solidFill>
                <a:latin typeface="Aptos"/>
                <a:ea typeface="Aptos"/>
                <a:cs typeface="Aptos"/>
              </a:rPr>
              <a:t>QUEM É AFETADO E QUAL DECISÃO PRECISA MELHORAR?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237AA8-7640-4203-A767-295617852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05275"/>
            <a:ext cx="10572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0768BA-5399-4703-8DC7-F6B5B4124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577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57785"/>
                </a:solidFill>
                <a:latin typeface="Aptos"/>
                <a:ea typeface="Aptos"/>
                <a:cs typeface="Aptos"/>
              </a:rPr>
              <a:t>Hackathon IA COPPE/UFRJ 2026     |     2 / 5</a:t>
            </a:r>
          </a:p>
        </p:txBody>
      </p:sp>
    </p:spTree>
    <p:extLst>
      <p:ext uri="{BB962C8B-B14F-4D97-AF65-F5344CB8AC3E}">
        <p14:creationId xmlns:p14="http://schemas.microsoft.com/office/powerpoint/2010/main" val="320286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D93683-4142-4D0E-8735-7FB2F5500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37C7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37C74"/>
                </a:solidFill>
                <a:latin typeface="Aptos"/>
                <a:ea typeface="Aptos"/>
                <a:cs typeface="Aptos"/>
              </a:rPr>
              <a:t>CAPIWATT   /   IDEATHON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D637AF-FD17-4619-83CE-5E051573A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Proposta de solução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C29263-45DF-49A6-AF38-92F67AB57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7C7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7C74"/>
                </a:solidFill>
                <a:latin typeface="Aptos"/>
                <a:ea typeface="Aptos"/>
                <a:cs typeface="Aptos"/>
              </a:rPr>
              <a:t>IDEIA EM UMA FRASE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DC99CD-9869-47F4-9FDD-9AD8B5C94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572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862631-5B86-4BFF-98B1-140EF4ADA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7C7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7C74"/>
                </a:solidFill>
                <a:latin typeface="Aptos"/>
                <a:ea typeface="Aptos"/>
                <a:cs typeface="Aptos"/>
              </a:rPr>
              <a:t>COMO A IA CONTRIBUI?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BA89DA-FDF0-422E-B5EE-96B842BF6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10572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1FBDB7-13A5-4B54-8C99-EC2137F27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7C7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7C74"/>
                </a:solidFill>
                <a:latin typeface="Aptos"/>
                <a:ea typeface="Aptos"/>
                <a:cs typeface="Aptos"/>
              </a:rPr>
              <a:t>QUEM USARIA A SOLUÇÃO E EM QUE MOMENTO?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D6076E-6142-426F-A8B3-A35A17B8A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57775"/>
            <a:ext cx="10572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D217C6-5B67-4B00-84A8-7E820F220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7C7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7C74"/>
                </a:solidFill>
                <a:latin typeface="Aptos"/>
                <a:ea typeface="Aptos"/>
                <a:cs typeface="Aptos"/>
              </a:rPr>
              <a:t>RESULTADO QUE A EQUIPE ESPERA PRODUZIR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1FAC24-2464-4191-A8EC-E6EB18539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24650"/>
            <a:ext cx="10572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7C224F-84F4-4A0D-B603-266F07B6E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577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57785"/>
                </a:solidFill>
                <a:latin typeface="Aptos"/>
                <a:ea typeface="Aptos"/>
                <a:cs typeface="Aptos"/>
              </a:rPr>
              <a:t>Hackathon IA COPPE/UFRJ 2026     |     3 / 5</a:t>
            </a:r>
          </a:p>
        </p:txBody>
      </p:sp>
    </p:spTree>
    <p:extLst>
      <p:ext uri="{BB962C8B-B14F-4D97-AF65-F5344CB8AC3E}">
        <p14:creationId xmlns:p14="http://schemas.microsoft.com/office/powerpoint/2010/main" val="15669999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E47927-4DFE-4D87-BED2-4EDA19EB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37C7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37C74"/>
                </a:solidFill>
                <a:latin typeface="Aptos"/>
                <a:ea typeface="Aptos"/>
                <a:cs typeface="Aptos"/>
              </a:rPr>
              <a:t>CAPIWATT   /   IDEATHON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9E7171-2279-48DD-BCFD-A4F5CCBE3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Dados e funcionamento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116D4D-216C-4332-9653-D272C6647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7C7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7C74"/>
                </a:solidFill>
                <a:latin typeface="Aptos"/>
                <a:ea typeface="Aptos"/>
                <a:cs typeface="Aptos"/>
              </a:rPr>
              <a:t>DADOS POSSÍVEIS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658D3A-7AEB-44D7-8C23-380068C1A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ONS constrained-off: bases principais e detalhadas; razões REL, CNF, ENE, PAR e origens LOC/SIS. Dados climáticos ERA5 podem complementar a análise.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B102D4-DEB3-4A51-BD24-83C6DD49B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7C7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7C74"/>
                </a:solidFill>
                <a:latin typeface="Aptos"/>
                <a:ea typeface="Aptos"/>
                <a:cs typeface="Aptos"/>
              </a:rPr>
              <a:t>COMO A SOLUÇÃO USARIA ESSES DADOS?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71C373-DB10-46A7-9B23-8279CFD77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10572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04987F-AAF9-45FE-9150-11D607714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7C7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7C74"/>
                </a:solidFill>
                <a:latin typeface="Aptos"/>
                <a:ea typeface="Aptos"/>
                <a:cs typeface="Aptos"/>
              </a:rPr>
              <a:t>LIMITAÇÕES, RISCOS E CUIDADOS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F1E480-2FDE-45ED-B4A9-C4F024D48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1525"/>
            <a:ext cx="10572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8CF183-ECEF-45A1-ACF7-2FCBF98E4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7C7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7C74"/>
                </a:solidFill>
                <a:latin typeface="Aptos"/>
                <a:ea typeface="Aptos"/>
                <a:cs typeface="Aptos"/>
              </a:rPr>
              <a:t>COMO VALIDAR A PROPOSTA?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BB765B-9D89-46B3-8C8C-81FE390A4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10572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825845-E035-40DD-84EB-98062AEE1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577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57785"/>
                </a:solidFill>
                <a:latin typeface="Aptos"/>
                <a:ea typeface="Aptos"/>
                <a:cs typeface="Aptos"/>
              </a:rPr>
              <a:t>Hackathon IA COPPE/UFRJ 2026     |     4 / 5</a:t>
            </a:r>
          </a:p>
        </p:txBody>
      </p:sp>
    </p:spTree>
    <p:extLst>
      <p:ext uri="{BB962C8B-B14F-4D97-AF65-F5344CB8AC3E}">
        <p14:creationId xmlns:p14="http://schemas.microsoft.com/office/powerpoint/2010/main" val="158751283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C3BAD2-5413-4C05-897C-C6F673326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37C7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37C74"/>
                </a:solidFill>
                <a:latin typeface="Aptos"/>
                <a:ea typeface="Aptos"/>
                <a:cs typeface="Aptos"/>
              </a:rPr>
              <a:t>CAPIWATT   /   IDEATHON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BF6DA4-320E-44A4-83B3-353D7C7F1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Impacto e plano de apresentação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71DE99-9B38-4E78-902D-CEBB050C7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7C7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7C74"/>
                </a:solidFill>
                <a:latin typeface="Aptos"/>
                <a:ea typeface="Aptos"/>
                <a:cs typeface="Aptos"/>
              </a:rPr>
              <a:t>BENEFÍCIO ESPERADO E COMO MEDIR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67C740-B4BD-4B01-A5C6-E23C8753B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572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92467D-576D-4AEF-B0E3-86B1392BA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7C7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7C74"/>
                </a:solidFill>
                <a:latin typeface="Aptos"/>
                <a:ea typeface="Aptos"/>
                <a:cs typeface="Aptos"/>
              </a:rPr>
              <a:t>HIPÓTESES QUE PRECISAM SER VERIFICADAS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734B28-4F82-4262-AAD5-B392D5033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10572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59AA55-D442-4FFD-988F-266FA8283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7C7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7C74"/>
                </a:solidFill>
                <a:latin typeface="Aptos"/>
                <a:ea typeface="Aptos"/>
                <a:cs typeface="Aptos"/>
              </a:rPr>
              <a:t>PRÓXIMO PASSO DA EQUIPE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D70EFE-2746-4A14-9A93-118D0D5EF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57775"/>
            <a:ext cx="10572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250C50-90F0-4E01-B008-ABB7F1BB2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7C7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7C74"/>
                </a:solidFill>
                <a:latin typeface="Aptos"/>
                <a:ea typeface="Aptos"/>
                <a:cs typeface="Aptos"/>
              </a:rPr>
              <a:t>INTEGRANTES E RESPONSABILIDADES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3B96C1-3D05-4B54-8AD3-4AD471B82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24650"/>
            <a:ext cx="10572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760277-9989-4BCC-9DA2-F0A88FC57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577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57785"/>
                </a:solidFill>
                <a:latin typeface="Aptos"/>
                <a:ea typeface="Aptos"/>
                <a:cs typeface="Aptos"/>
              </a:rPr>
              <a:t>Hackathon IA COPPE/UFRJ 2026     |     5 / 5</a:t>
            </a:r>
          </a:p>
        </p:txBody>
      </p:sp>
    </p:spTree>
    <p:extLst>
      <p:ext uri="{BB962C8B-B14F-4D97-AF65-F5344CB8AC3E}">
        <p14:creationId xmlns:p14="http://schemas.microsoft.com/office/powerpoint/2010/main" val="15335169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2026-09-12T13:47:44.4520000Z</dcterms:created>
  <dcterms:modified xsi:type="dcterms:W3CDTF">2026-09-12T13:47:44.4520000Z</dcterms:modified>
</coreProperties>
</file>