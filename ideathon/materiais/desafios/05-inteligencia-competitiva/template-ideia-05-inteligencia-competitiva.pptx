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fa5eb4f6fc498b" /><Relationship Type="http://schemas.openxmlformats.org/officeDocument/2006/relationships/extended-properties" Target="/docProps/app.xml" Id="R3f63e02ddd914625" /><Relationship Type="http://schemas.openxmlformats.org/officeDocument/2006/relationships/officeDocument" Target="/ppt/presentation.xml" Id="R4c9b4919abe547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d6e656fd1a4f76"/>
  </p:sldMasterIdLst>
  <p:notesMasterIdLst>
    <p:notesMasterId xmlns:r="http://schemas.openxmlformats.org/officeDocument/2006/relationships" r:id="R2b3a496008a04123"/>
  </p:notesMasterIdLst>
  <p:sldIdLst>
    <p:sldId xmlns:r="http://schemas.openxmlformats.org/officeDocument/2006/relationships" id="256" r:id="R17dc8c141299491c"/>
    <p:sldId xmlns:r="http://schemas.openxmlformats.org/officeDocument/2006/relationships" id="257" r:id="R61989bb7ed2244cc"/>
    <p:sldId xmlns:r="http://schemas.openxmlformats.org/officeDocument/2006/relationships" id="258" r:id="R266d1bd3eb704d70"/>
    <p:sldId xmlns:r="http://schemas.openxmlformats.org/officeDocument/2006/relationships" id="259" r:id="R71a8fc9880774498"/>
    <p:sldId xmlns:r="http://schemas.openxmlformats.org/officeDocument/2006/relationships" id="260" r:id="Rd494fdab61fb44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a6d02089324657" /><Relationship Type="http://schemas.openxmlformats.org/officeDocument/2006/relationships/slideMaster" Target="/ppt/slideMasters/slideMaster1.xml" Id="Ra4d6e656fd1a4f76" /><Relationship Type="http://schemas.openxmlformats.org/officeDocument/2006/relationships/notesMaster" Target="/ppt/notesMasters/notesMaster1.xml" Id="R2b3a496008a04123" /><Relationship Type="http://schemas.openxmlformats.org/officeDocument/2006/relationships/presProps" Target="/ppt/presProps.xml" Id="R3e7c3fb7021f4c11" /><Relationship Type="http://schemas.openxmlformats.org/officeDocument/2006/relationships/tableStyles" Target="/ppt/tableStyles.xml" Id="R87640c42bb824b35" /><Relationship Type="http://schemas.openxmlformats.org/officeDocument/2006/relationships/slide" Target="/ppt/slides/slide1.xml" Id="R17dc8c141299491c" /><Relationship Type="http://schemas.openxmlformats.org/officeDocument/2006/relationships/slide" Target="/ppt/slides/slide2.xml" Id="R61989bb7ed2244cc" /><Relationship Type="http://schemas.openxmlformats.org/officeDocument/2006/relationships/slide" Target="/ppt/slides/slide3.xml" Id="R266d1bd3eb704d70" /><Relationship Type="http://schemas.openxmlformats.org/officeDocument/2006/relationships/slide" Target="/ppt/slides/slide4.xml" Id="R71a8fc9880774498" /><Relationship Type="http://schemas.openxmlformats.org/officeDocument/2006/relationships/slide" Target="/ppt/slides/slide5.xml" Id="Rd494fdab61fb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e24010e3ca43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951ea03534000" /><Relationship Type="http://schemas.openxmlformats.org/officeDocument/2006/relationships/notesMaster" Target="/ppt/notesMasters/notesMaster1.xml" Id="R29d77f5f8b1c44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a6991666cc4397" /><Relationship Type="http://schemas.openxmlformats.org/officeDocument/2006/relationships/notesMaster" Target="/ppt/notesMasters/notesMaster1.xml" Id="R31809203893a49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58083be7b4818" /><Relationship Type="http://schemas.openxmlformats.org/officeDocument/2006/relationships/notesMaster" Target="/ppt/notesMasters/notesMaster1.xml" Id="Rcb261f57259246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88f2575d2d4f73" /><Relationship Type="http://schemas.openxmlformats.org/officeDocument/2006/relationships/notesMaster" Target="/ppt/notesMasters/notesMaster1.xml" Id="R769fb3ca4c124b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ef8c5a52e94306" /><Relationship Type="http://schemas.openxmlformats.org/officeDocument/2006/relationships/notesMaster" Target="/ppt/notesMasters/notesMaster1.xml" Id="R887f7afa1b62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baseado no Caderno de Desafios e Dados. Fonte: Caderno de Desafios e Dados, página 11. https://www.gov.br/cvm/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Caderno de Desafios e Dados, página 11. https://www.gov.br/cvm/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Canvas editável de ideação. Desafio e fontes: Caderno de Desafios e Dados, página 11. https://www.gov.br/cvm/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0cafa79744d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f521c4fd74b93" /><Relationship Type="http://schemas.openxmlformats.org/officeDocument/2006/relationships/slideLayout" Target="/ppt/slideLayouts/slideLayout1.xml" Id="Rd15c002b9e1c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5c002b9e1c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ad3c95ad4497c" /><Relationship Type="http://schemas.openxmlformats.org/officeDocument/2006/relationships/notesSlide" Target="/ppt/notesSlides/notesSlide1.xml" Id="R6645c1ad888e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a3737c4c54fac" /><Relationship Type="http://schemas.openxmlformats.org/officeDocument/2006/relationships/notesSlide" Target="/ppt/notesSlides/notesSlide2.xml" Id="R7fffd58ba03f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0d04cd9964af1" /><Relationship Type="http://schemas.openxmlformats.org/officeDocument/2006/relationships/notesSlide" Target="/ppt/notesSlides/notesSlide3.xml" Id="R3b2b46d6421d42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79d7529294e3c" /><Relationship Type="http://schemas.openxmlformats.org/officeDocument/2006/relationships/notesSlide" Target="/ppt/notesSlides/notesSlide4.xml" Id="R2762bd240ed240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11b67dd2e4603" /><Relationship Type="http://schemas.openxmlformats.org/officeDocument/2006/relationships/notesSlide" Target="/ppt/notesSlides/notesSlide5.xml" Id="R44002b3818ca4b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88B2B-F26C-4BE3-851B-7BE4A05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5D8BC-5B74-40B7-82BB-F734530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Agente de IA para inteligência competitiva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8B244-3C5D-44AC-BD3A-A6CC249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7C74"/>
                </a:solidFill>
                <a:latin typeface="Aptos"/>
                <a:ea typeface="Aptos"/>
                <a:cs typeface="Aptos"/>
              </a:rPr>
              <a:t>Canvas para construção da ideia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09C63-0DC7-4318-A577-AC50C7C0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</a:t>
            </a:r>
          </a:p>
        </p:txBody>
      </p:sp>
    </p:spTree>
    <p:extLst>
      <p:ext uri="{BB962C8B-B14F-4D97-AF65-F5344CB8AC3E}">
        <p14:creationId xmlns:p14="http://schemas.microsoft.com/office/powerpoint/2010/main" val="679181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870FF-E48C-4EA1-A485-B10B2A97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AF3C9-B88C-4F49-8A96-DD49E61C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Problema e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06BA7-1B5E-4BDF-BD02-04E914E1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C8768-622B-4882-9861-15BF2A8F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Relatórios financeiros e socioambientais de empresas usam formatos e nomenclaturas diferentes, o que torna comparações estratégicas trabalhosas.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3AB3B-7395-44CA-B6A9-E5FDD97E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PERGUNTA ORIENTADORA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638E7-3CD0-4B6B-994E-F43BA4E7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Como transformar relatórios públicos em inteligência comparativa rastreável sobre investimentos e transição energética?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288B8-00B7-44DA-A496-28B9C6C0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É AFETADO E QUAL DECISÃO PRECISA MELHORAR?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AF80C-CC8A-4BAB-AC8D-E7D9D2A0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711D4-61CC-4E2E-AC8C-1D6A101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2 / 5</a:t>
            </a:r>
          </a:p>
        </p:txBody>
      </p:sp>
    </p:spTree>
    <p:extLst>
      <p:ext uri="{BB962C8B-B14F-4D97-AF65-F5344CB8AC3E}">
        <p14:creationId xmlns:p14="http://schemas.microsoft.com/office/powerpoint/2010/main" val="967061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C2C5A-C4E6-472A-A7DC-2B0032C4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E125F-D832-4DF4-BD6E-5E5A8DE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Proposta de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801F1-4732-48B0-B880-8B160F9B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IDEIA EM UMA FRASE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B928E-E5A6-433F-A8AB-480C5AE9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C04C4-834D-418D-8DCB-8DC56DAF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IA CONTRIBUI?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B463C-5A8D-49F3-BA64-9EAD911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C6325-5C0C-4E43-94E4-A72C67F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USARIA A SOLUÇÃO E EM QUE MOMENTO?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DB73C-4800-45D1-AFDC-202143F0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01192-AD5C-4AA5-B34B-FAB87E8B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RESULTADO QUE A EQUIPE ESPERA PRODUZIR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B2363-6F11-4C78-9714-8B45666A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7417D-2F14-4D51-ABC4-94519C52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3 / 5</a:t>
            </a:r>
          </a:p>
        </p:txBody>
      </p:sp>
    </p:spTree>
    <p:extLst>
      <p:ext uri="{BB962C8B-B14F-4D97-AF65-F5344CB8AC3E}">
        <p14:creationId xmlns:p14="http://schemas.microsoft.com/office/powerpoint/2010/main" val="506828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17AF1-8A33-4737-A66A-5EE7AE3E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E2404-B6A4-4829-AF89-DA1F12AA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Dados e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0548E-5126-4BCD-BF92-D7F2190B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DADOS POSSÍVEIS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F5316-F293-4D2D-8E3A-75B26AE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Demonstrações financeiras, ITR/DFP, formulários de referência, relatórios anuais e de sustentabilidade e apresentações a investidores.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10A09-FF37-4F55-8B05-F7E1212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SOLUÇÃO USARIA ESSES DADOS?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F9381-6C0C-4754-84D6-138B756C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BDCCC-6EBA-42E0-AC17-29A9AB1E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LIMITAÇÕES, RISCOS E CUIDADOS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50FC2-8D70-4ED0-B660-2C33610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C81D4-14FB-4CE3-8FAF-907072F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VALIDAR A PROPOSTA?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8B030-65C7-4652-BE47-07CC8B63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23414-2090-4555-8607-CDE1120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4 / 5</a:t>
            </a:r>
          </a:p>
        </p:txBody>
      </p:sp>
    </p:spTree>
    <p:extLst>
      <p:ext uri="{BB962C8B-B14F-4D97-AF65-F5344CB8AC3E}">
        <p14:creationId xmlns:p14="http://schemas.microsoft.com/office/powerpoint/2010/main" val="160817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94337-72DE-4C3F-B736-DF62A6AB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9A1D4-06C8-45BE-A3A4-85C30DE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Impacto e plano de 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1D9F1-C5EB-4347-A667-7FA1705D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BENEFÍCIO ESPERADO E COMO MEDIR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1B5AD-4BB2-4DCB-AA7B-3CD05C5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9848C-CDCA-4E3C-906A-6581425F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HIPÓTESES QUE PRECISAM SER VERIFICADAS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0BF9D-C236-421D-AAE2-4B4B9DD8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70D1F-8A6C-4B51-811D-FAAAC871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PRÓXIMO PASSO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126B3-FF0D-4C1A-B231-C7FE0DF4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F547A-3CEE-4FBE-8AC6-5049D36F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INTEGRANTES E RESPONSABILIDADES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02CA7-25FA-4B2E-BA43-9E709C55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B9326-C8A6-410E-9967-D0BAE4F2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5 / 5</a:t>
            </a:r>
          </a:p>
        </p:txBody>
      </p:sp>
    </p:spTree>
    <p:extLst>
      <p:ext uri="{BB962C8B-B14F-4D97-AF65-F5344CB8AC3E}">
        <p14:creationId xmlns:p14="http://schemas.microsoft.com/office/powerpoint/2010/main" val="1898054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2026-09-12T13:47:53.8020000Z</dcterms:created>
  <dcterms:modified xsi:type="dcterms:W3CDTF">2026-09-12T13:47:53.8020000Z</dcterms:modified>
</coreProperties>
</file>