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4b214f7d1e47f4" /><Relationship Type="http://schemas.openxmlformats.org/officeDocument/2006/relationships/extended-properties" Target="/docProps/app.xml" Id="R96cd89f9e3ec492b" /><Relationship Type="http://schemas.openxmlformats.org/officeDocument/2006/relationships/officeDocument" Target="/ppt/presentation.xml" Id="R71f16a50b57f49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08e831859a4766"/>
  </p:sldMasterIdLst>
  <p:notesMasterIdLst>
    <p:notesMasterId xmlns:r="http://schemas.openxmlformats.org/officeDocument/2006/relationships" r:id="Re19223e5add74175"/>
  </p:notesMasterIdLst>
  <p:sldIdLst>
    <p:sldId xmlns:r="http://schemas.openxmlformats.org/officeDocument/2006/relationships" id="256" r:id="R84ee444b471e4895"/>
    <p:sldId xmlns:r="http://schemas.openxmlformats.org/officeDocument/2006/relationships" id="257" r:id="Rda51da680f4745e1"/>
    <p:sldId xmlns:r="http://schemas.openxmlformats.org/officeDocument/2006/relationships" id="258" r:id="R7c1e5db35d9944b6"/>
    <p:sldId xmlns:r="http://schemas.openxmlformats.org/officeDocument/2006/relationships" id="259" r:id="Rbcf658df261948e0"/>
    <p:sldId xmlns:r="http://schemas.openxmlformats.org/officeDocument/2006/relationships" id="260" r:id="R7ca5468a687b42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e8bd9e952d4b9e" /><Relationship Type="http://schemas.openxmlformats.org/officeDocument/2006/relationships/slideMaster" Target="/ppt/slideMasters/slideMaster1.xml" Id="R2408e831859a4766" /><Relationship Type="http://schemas.openxmlformats.org/officeDocument/2006/relationships/notesMaster" Target="/ppt/notesMasters/notesMaster1.xml" Id="Re19223e5add74175" /><Relationship Type="http://schemas.openxmlformats.org/officeDocument/2006/relationships/presProps" Target="/ppt/presProps.xml" Id="Re1d953ffdb6e422c" /><Relationship Type="http://schemas.openxmlformats.org/officeDocument/2006/relationships/tableStyles" Target="/ppt/tableStyles.xml" Id="Re011c1bde4ee4193" /><Relationship Type="http://schemas.openxmlformats.org/officeDocument/2006/relationships/slide" Target="/ppt/slides/slide1.xml" Id="R84ee444b471e4895" /><Relationship Type="http://schemas.openxmlformats.org/officeDocument/2006/relationships/slide" Target="/ppt/slides/slide2.xml" Id="Rda51da680f4745e1" /><Relationship Type="http://schemas.openxmlformats.org/officeDocument/2006/relationships/slide" Target="/ppt/slides/slide3.xml" Id="R7c1e5db35d9944b6" /><Relationship Type="http://schemas.openxmlformats.org/officeDocument/2006/relationships/slide" Target="/ppt/slides/slide4.xml" Id="Rbcf658df261948e0" /><Relationship Type="http://schemas.openxmlformats.org/officeDocument/2006/relationships/slide" Target="/ppt/slides/slide5.xml" Id="R7ca5468a687b42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07d89a4d9d4e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e18b4c5c974f12" /><Relationship Type="http://schemas.openxmlformats.org/officeDocument/2006/relationships/notesMaster" Target="/ppt/notesMasters/notesMaster1.xml" Id="Rd022b1cbc1c545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b261837b47430a" /><Relationship Type="http://schemas.openxmlformats.org/officeDocument/2006/relationships/notesMaster" Target="/ppt/notesMasters/notesMaster1.xml" Id="Rdd6f35a419c140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b3c0e3078a4582" /><Relationship Type="http://schemas.openxmlformats.org/officeDocument/2006/relationships/notesMaster" Target="/ppt/notesMasters/notesMaster1.xml" Id="R8ffb1b152e4f49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5d8c877d0a4a5a" /><Relationship Type="http://schemas.openxmlformats.org/officeDocument/2006/relationships/notesMaster" Target="/ppt/notesMasters/notesMaster1.xml" Id="R4b419fa742e145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f21ce889a44596" /><Relationship Type="http://schemas.openxmlformats.org/officeDocument/2006/relationships/notesMaster" Target="/ppt/notesMasters/notesMaster1.xml" Id="R0eea7e1ffe9544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Desafio baseado no Caderno de Desafios e Dados. Fonte: Caderno de Desafios e Dados, página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Caderno de Desafios e Dados, página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Canvas editável de ideação. Desafio e fontes: Caderno de Desafios e Dados, página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42e3bf244c4f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59c663696645d6" /><Relationship Type="http://schemas.openxmlformats.org/officeDocument/2006/relationships/slideLayout" Target="/ppt/slideLayouts/slideLayout1.xml" Id="R64758da9ae524f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758da9ae524f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3b31f440b4f16" /><Relationship Type="http://schemas.openxmlformats.org/officeDocument/2006/relationships/notesSlide" Target="/ppt/notesSlides/notesSlide1.xml" Id="R88c1907e1cae46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d6c38390fd44f6" /><Relationship Type="http://schemas.openxmlformats.org/officeDocument/2006/relationships/notesSlide" Target="/ppt/notesSlides/notesSlide2.xml" Id="Rd6f73f7dd1e44a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691a326e74fba" /><Relationship Type="http://schemas.openxmlformats.org/officeDocument/2006/relationships/notesSlide" Target="/ppt/notesSlides/notesSlide3.xml" Id="R58e54aca6a764b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4a87ad5324e4f" /><Relationship Type="http://schemas.openxmlformats.org/officeDocument/2006/relationships/notesSlide" Target="/ppt/notesSlides/notesSlide4.xml" Id="R8a0f3704ace543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4e08ac38a4777" /><Relationship Type="http://schemas.openxmlformats.org/officeDocument/2006/relationships/notesSlide" Target="/ppt/notesSlides/notesSlide5.xml" Id="R336cd71d16404b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34D6C-0290-4731-8D86-4884C5FC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CAPIWATT   /   IDEATHON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E606A-95F8-4A57-B26E-384F4635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668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Agente de IA para confiabilidade e manutenção da transmissão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BBAEA-4701-4909-9A4A-BA3A49B4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37C74"/>
                </a:solidFill>
                <a:latin typeface="Aptos"/>
                <a:ea typeface="Aptos"/>
                <a:cs typeface="Aptos"/>
              </a:rPr>
              <a:t>Canvas para construção da ideia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9875EE-5347-45F5-9219-2879D0EC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7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785"/>
                </a:solidFill>
                <a:latin typeface="Aptos"/>
                <a:ea typeface="Aptos"/>
                <a:cs typeface="Aptos"/>
              </a:rPr>
              <a:t>Hackathon IA COPPE/UFRJ 2026</a:t>
            </a:r>
          </a:p>
        </p:txBody>
      </p:sp>
    </p:spTree>
    <p:extLst>
      <p:ext uri="{BB962C8B-B14F-4D97-AF65-F5344CB8AC3E}">
        <p14:creationId xmlns:p14="http://schemas.microsoft.com/office/powerpoint/2010/main" val="4599244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B32E7B-C8F6-4DA0-831D-B19F2843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CAPIWATT   /   IDEATHON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D89E08-7C2C-4017-A114-079F6EB0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Problema e oportunidade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00C7AC-E55D-4083-929C-BF77EF06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CONTEXTO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9E38AE-4341-4DF6-800F-FBF2BA5C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Registros de ocorrências, falhas e manutenções acumulam conhecimento técnico, mas podem ficar dispersos em documentos difíceis de pesquisar e comparar.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4948C-BFF4-4EDC-B787-142BA04B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PERGUNTA ORIENTADORA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A3DD3-A91B-4D18-99A2-7B65744F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Como converter históricos de ocorrências em conhecimento para manutenção e confiabilidade da transmissão?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44E2B4-3AA2-42FB-8FF5-A430F02C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QUEM É AFETADO E QUAL DECISÃO PRECISA MELHORAR?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44F7D-AFF3-4AF1-987E-9B9199AA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BE2D1E-DEF6-4695-B057-FE94F884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7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785"/>
                </a:solidFill>
                <a:latin typeface="Aptos"/>
                <a:ea typeface="Aptos"/>
                <a:cs typeface="Aptos"/>
              </a:rPr>
              <a:t>Hackathon IA COPPE/UFRJ 2026     |     2 / 5</a:t>
            </a:r>
          </a:p>
        </p:txBody>
      </p:sp>
    </p:spTree>
    <p:extLst>
      <p:ext uri="{BB962C8B-B14F-4D97-AF65-F5344CB8AC3E}">
        <p14:creationId xmlns:p14="http://schemas.microsoft.com/office/powerpoint/2010/main" val="14294470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DD22C3-B069-45A3-9BD0-0DC132EC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CAPIWATT   /   IDEATHON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B5E0A6-BC0E-4498-B843-90405F9C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Proposta de solução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D82A6-2F15-415A-8F5F-0842A606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IDEIA EM UMA FRASE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E3827-9AAD-431A-B77C-B19B0547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84839-3B7F-401C-AC58-7476CF96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COMO A IA CONTRIBUI?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A98F14-5317-4B58-93BE-0E374998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89883-2FBF-4EF3-B6B3-E548EBED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QUEM USARIA A SOLUÇÃO E EM QUE MOMENTO?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18C8C4-55D1-4DCA-858C-C2BDB065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EABAE-3A26-4F00-A646-A9E78B54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RESULTADO QUE A EQUIPE ESPERA PRODUZIR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8E8EB6-DB1B-4211-A0C7-883B195D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24650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79EA1D-205D-4AEA-A0A4-DBE6931A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7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785"/>
                </a:solidFill>
                <a:latin typeface="Aptos"/>
                <a:ea typeface="Aptos"/>
                <a:cs typeface="Aptos"/>
              </a:rPr>
              <a:t>Hackathon IA COPPE/UFRJ 2026     |     3 / 5</a:t>
            </a:r>
          </a:p>
        </p:txBody>
      </p:sp>
    </p:spTree>
    <p:extLst>
      <p:ext uri="{BB962C8B-B14F-4D97-AF65-F5344CB8AC3E}">
        <p14:creationId xmlns:p14="http://schemas.microsoft.com/office/powerpoint/2010/main" val="4747990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C77886-DAC3-4E39-9028-E757017B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CAPIWATT   /   IDEATHON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B9E6C1-E9D8-4318-8461-5BBE16CB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Dados e funcionamento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607593-5C0E-497C-907A-37DC43B6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DADOS POSSÍVEIS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A49A80-4346-4086-AD0A-2456F64B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Relatórios públicos de ocorrências, indicadores de ativos, documentos técnicos de manutenção e publicações de operadores e empresas.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344C1-FAA1-4DC5-9B82-1D94F317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COMO A SOLUÇÃO USARIA ESSES DADOS?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DCE2C2-F835-4AE8-936F-2071723A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83ADE-5C29-427F-837E-90CC1FB2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LIMITAÇÕES, RISCOS E CUIDADOS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33CFE-E2C5-4FB0-932B-C51F6795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CFEF16-8B1F-4CF6-8E46-9320DE4A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COMO VALIDAR A PROPOSTA?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73B0C6-3617-44DB-8EC0-BADD554C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A4A806-DA43-4BA0-B762-86383CA8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7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785"/>
                </a:solidFill>
                <a:latin typeface="Aptos"/>
                <a:ea typeface="Aptos"/>
                <a:cs typeface="Aptos"/>
              </a:rPr>
              <a:t>Hackathon IA COPPE/UFRJ 2026     |     4 / 5</a:t>
            </a:r>
          </a:p>
        </p:txBody>
      </p:sp>
    </p:spTree>
    <p:extLst>
      <p:ext uri="{BB962C8B-B14F-4D97-AF65-F5344CB8AC3E}">
        <p14:creationId xmlns:p14="http://schemas.microsoft.com/office/powerpoint/2010/main" val="9235722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9ACA79-1195-46EB-88A2-321883C6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CAPIWATT   /   IDEATHON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FE6D1-9A7C-443E-86FD-6DD086F2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Impacto e plano de apresentação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3999C2-3E80-4355-877D-77E42380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BENEFÍCIO ESPERADO E COMO MEDIR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1EFBB5-45EB-4892-893A-9B3A0C2C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E2E41-6951-4315-B1A5-A3C8234C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HIPÓTESES QUE PRECISAM SER VERIFICADAS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31892-9759-4493-ACC8-55217D3A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60FDD-7AD4-4153-A6DE-E8C20305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PRÓXIMO PASSO DA EQUIPE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279D63-48C3-4BA4-90DB-0015851B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6B961D-25A4-4558-9C07-D6D1884D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7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7C74"/>
                </a:solidFill>
                <a:latin typeface="Aptos"/>
                <a:ea typeface="Aptos"/>
                <a:cs typeface="Aptos"/>
              </a:rPr>
              <a:t>INTEGRANTES E RESPONSABILIDADES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346344-6FCD-4BD7-A484-725C22BB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24650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  <a:p xmlns:a="http://schemas.openxmlformats.org/drawingml/2006/main">
            <a:pPr>
              <a:defRPr sz="1500" b="0">
                <a:solidFill>
                  <a:srgbClr val="25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746"/>
                </a:solidFill>
                <a:latin typeface="Aptos"/>
                <a:ea typeface="Aptos"/>
                <a:cs typeface="Aptos"/>
              </a:rPr>
              <a:t>________________________________________________________________________________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FAEDC2-AFE9-4CE4-B009-3A53AC33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7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785"/>
                </a:solidFill>
                <a:latin typeface="Aptos"/>
                <a:ea typeface="Aptos"/>
                <a:cs typeface="Aptos"/>
              </a:rPr>
              <a:t>Hackathon IA COPPE/UFRJ 2026     |     5 / 5</a:t>
            </a:r>
          </a:p>
        </p:txBody>
      </p:sp>
    </p:spTree>
    <p:extLst>
      <p:ext uri="{BB962C8B-B14F-4D97-AF65-F5344CB8AC3E}">
        <p14:creationId xmlns:p14="http://schemas.microsoft.com/office/powerpoint/2010/main" val="14673679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2026-09-12T13:47:55.3660000Z</dcterms:created>
  <dcterms:modified xsi:type="dcterms:W3CDTF">2026-09-12T13:47:55.3660000Z</dcterms:modified>
</coreProperties>
</file>