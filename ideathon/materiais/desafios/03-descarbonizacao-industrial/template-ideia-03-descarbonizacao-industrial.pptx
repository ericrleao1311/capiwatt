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5013fb728a4ece" /><Relationship Type="http://schemas.openxmlformats.org/officeDocument/2006/relationships/extended-properties" Target="/docProps/app.xml" Id="R5fc95246e077468e" /><Relationship Type="http://schemas.openxmlformats.org/officeDocument/2006/relationships/officeDocument" Target="/ppt/presentation.xml" Id="R75b6af03fea949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35dfa1170846ab"/>
  </p:sldMasterIdLst>
  <p:notesMasterIdLst>
    <p:notesMasterId xmlns:r="http://schemas.openxmlformats.org/officeDocument/2006/relationships" r:id="Rde0569930e724430"/>
  </p:notesMasterIdLst>
  <p:sldIdLst>
    <p:sldId xmlns:r="http://schemas.openxmlformats.org/officeDocument/2006/relationships" id="256" r:id="R0b0ccdb453a74f98"/>
    <p:sldId xmlns:r="http://schemas.openxmlformats.org/officeDocument/2006/relationships" id="257" r:id="R0957d825a015443d"/>
    <p:sldId xmlns:r="http://schemas.openxmlformats.org/officeDocument/2006/relationships" id="258" r:id="R4ba74279e3e34db4"/>
    <p:sldId xmlns:r="http://schemas.openxmlformats.org/officeDocument/2006/relationships" id="259" r:id="Rf84d9c1f45af4fd3"/>
    <p:sldId xmlns:r="http://schemas.openxmlformats.org/officeDocument/2006/relationships" id="260" r:id="R14a8e4655df347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897caa5f574f42" /><Relationship Type="http://schemas.openxmlformats.org/officeDocument/2006/relationships/slideMaster" Target="/ppt/slideMasters/slideMaster1.xml" Id="Rd435dfa1170846ab" /><Relationship Type="http://schemas.openxmlformats.org/officeDocument/2006/relationships/notesMaster" Target="/ppt/notesMasters/notesMaster1.xml" Id="Rde0569930e724430" /><Relationship Type="http://schemas.openxmlformats.org/officeDocument/2006/relationships/presProps" Target="/ppt/presProps.xml" Id="R87246fc7f58d4f8e" /><Relationship Type="http://schemas.openxmlformats.org/officeDocument/2006/relationships/tableStyles" Target="/ppt/tableStyles.xml" Id="Rbcf10c9ef82b4359" /><Relationship Type="http://schemas.openxmlformats.org/officeDocument/2006/relationships/slide" Target="/ppt/slides/slide1.xml" Id="R0b0ccdb453a74f98" /><Relationship Type="http://schemas.openxmlformats.org/officeDocument/2006/relationships/slide" Target="/ppt/slides/slide2.xml" Id="R0957d825a015443d" /><Relationship Type="http://schemas.openxmlformats.org/officeDocument/2006/relationships/slide" Target="/ppt/slides/slide3.xml" Id="R4ba74279e3e34db4" /><Relationship Type="http://schemas.openxmlformats.org/officeDocument/2006/relationships/slide" Target="/ppt/slides/slide4.xml" Id="Rf84d9c1f45af4fd3" /><Relationship Type="http://schemas.openxmlformats.org/officeDocument/2006/relationships/slide" Target="/ppt/slides/slide5.xml" Id="R14a8e4655df347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039afade1444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5682c91bcc419a" /><Relationship Type="http://schemas.openxmlformats.org/officeDocument/2006/relationships/notesMaster" Target="/ppt/notesMasters/notesMaster1.xml" Id="R33454f9d29b94b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1836dbcf434109" /><Relationship Type="http://schemas.openxmlformats.org/officeDocument/2006/relationships/notesMaster" Target="/ppt/notesMasters/notesMaster1.xml" Id="Redf2e465964547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29874996094c53" /><Relationship Type="http://schemas.openxmlformats.org/officeDocument/2006/relationships/notesMaster" Target="/ppt/notesMasters/notesMaster1.xml" Id="R92b5d5af33e145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e52a76fe45475b" /><Relationship Type="http://schemas.openxmlformats.org/officeDocument/2006/relationships/notesMaster" Target="/ppt/notesMasters/notesMaster1.xml" Id="Rc123c9ca467f47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8a2f06ee7341b8" /><Relationship Type="http://schemas.openxmlformats.org/officeDocument/2006/relationships/notesMaster" Target="/ppt/notesMasters/notesMaster1.xml" Id="R5fd86e5669ac48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Desafio baseado no Caderno de Desafios e Dados. Fonte: Caderno de Desafios e Dados, página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Caderno de Desafios e Dados, página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Canvas editável de ideação. Desafio e fontes: Caderno de Desafios e Dados, página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0f7ea3a6141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21ee66505946ec" /><Relationship Type="http://schemas.openxmlformats.org/officeDocument/2006/relationships/slideLayout" Target="/ppt/slideLayouts/slideLayout1.xml" Id="Rd6074da1218548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074da1218548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5ee24e82e481f" /><Relationship Type="http://schemas.openxmlformats.org/officeDocument/2006/relationships/notesSlide" Target="/ppt/notesSlides/notesSlide1.xml" Id="R1321b0356eba46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e2fadde9f4f5a" /><Relationship Type="http://schemas.openxmlformats.org/officeDocument/2006/relationships/notesSlide" Target="/ppt/notesSlides/notesSlide2.xml" Id="R511e6bda98a344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d7ba818e04808" /><Relationship Type="http://schemas.openxmlformats.org/officeDocument/2006/relationships/notesSlide" Target="/ppt/notesSlides/notesSlide3.xml" Id="Rf0729e82f8464b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76ec8f15748de" /><Relationship Type="http://schemas.openxmlformats.org/officeDocument/2006/relationships/notesSlide" Target="/ppt/notesSlides/notesSlide4.xml" Id="Rc82f4cdfd68444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3b7f2a8544c8d" /><Relationship Type="http://schemas.openxmlformats.org/officeDocument/2006/relationships/notesSlide" Target="/ppt/notesSlides/notesSlide5.xml" Id="R315d5c036ce648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CD6D3-6A95-4830-A5B1-A4B399A8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69245-CEC9-4C85-A054-D8BB1F54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Descarbonização de processos industriais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10BCB-64F4-4C00-B64E-B4237DA9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7C74"/>
                </a:solidFill>
                <a:latin typeface="Aptos"/>
                <a:ea typeface="Aptos"/>
                <a:cs typeface="Aptos"/>
              </a:rPr>
              <a:t>Canvas para construção da ideia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AE91A-EFC1-4953-A643-6E158438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</a:t>
            </a:r>
          </a:p>
        </p:txBody>
      </p:sp>
    </p:spTree>
    <p:extLst>
      <p:ext uri="{BB962C8B-B14F-4D97-AF65-F5344CB8AC3E}">
        <p14:creationId xmlns:p14="http://schemas.microsoft.com/office/powerpoint/2010/main" val="1509269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937CF-0349-4207-9079-4A24FE54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0B734-4CD3-43A7-BC6A-ED321F3C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Problema e 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CA67E-FE49-404B-83ED-FDCD4EDA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501A7-8C97-405E-9405-6210A336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Em refinarias, diferentes unidades, equipamentos, combustíveis e processos contribuem para emissões. Reduzir emissões requer localizar fontes e relacioná-las às condições de operação.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F9997-BD31-4F44-8699-E6BC25D2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PERGUNTA ORIENTADORA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A0488-F798-41BB-9FFB-6F463AE3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Como modelar emissões de CO₂ de uma refinaria e identificar oportunidades de redução com dados disponíveis?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000F4-3CBF-42F3-BE53-DD2F867A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QUEM É AFETADO E QUAL DECISÃO PRECISA MELHORAR?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EA2D0-7CE3-4419-B662-8190F7CB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B9C94-D513-4D96-86EE-694665DF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2 / 5</a:t>
            </a:r>
          </a:p>
        </p:txBody>
      </p:sp>
    </p:spTree>
    <p:extLst>
      <p:ext uri="{BB962C8B-B14F-4D97-AF65-F5344CB8AC3E}">
        <p14:creationId xmlns:p14="http://schemas.microsoft.com/office/powerpoint/2010/main" val="726607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9C76C-7C46-4580-AD2E-678BDD5C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2FE5C-59D9-4BEB-B1FF-4AEEEE35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Proposta de solução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D16C6-43C1-4DAA-81EB-FCFFAF30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IDEIA EM UMA FRASE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609A4-0D5F-46D2-B274-9B6EDEC3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54CE1-AEF2-4954-88AA-15FFACAF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A IA CONTRIBUI?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C72D1-82AF-4D5B-9211-2C6C5679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F7F3B-E72B-4AB4-B24C-AAD66ABE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QUEM USARIA A SOLUÇÃO E EM QUE MOMENTO?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4CB0B-E7F0-4E1E-AD0B-14D9D18C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89E64-8B7A-44CA-8C06-E89C1015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RESULTADO QUE A EQUIPE ESPERA PRODUZIR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1B80C-DE98-4B17-B1C9-CA6B8593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37632-B741-4CC1-94D9-225B95B9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3 / 5</a:t>
            </a:r>
          </a:p>
        </p:txBody>
      </p:sp>
    </p:spTree>
    <p:extLst>
      <p:ext uri="{BB962C8B-B14F-4D97-AF65-F5344CB8AC3E}">
        <p14:creationId xmlns:p14="http://schemas.microsoft.com/office/powerpoint/2010/main" val="162426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FDEBF-EF49-450F-8C24-21F62E9C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84DE3-2B71-4AFE-9BFE-4BD98BC6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Dados e funcionamento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4979D-607E-45F9-A206-1FAA2A7E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DADOS POSSÍVEIS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5C5CB-755D-4D9C-B116-0DA8A4EE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Investigar indicadores operacionais, consumo de energia, características dos processos, fatores de emissão e fontes públicas adequadas.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86CB6-75A8-4F36-A8E4-F75D3750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A SOLUÇÃO USARIA ESSES DADOS?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52079-269D-4134-95A6-093A50E0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C73C7-FD11-40D3-85D0-7010F7F2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LIMITAÇÕES, RISCOS E CUIDADOS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FC681-37AB-42CE-BC80-BE309332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57184-874A-4FF3-AF29-987AF6C2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VALIDAR A PROPOSTA?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DA6C3-5A4C-4136-98E0-96E51CF8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20ED6-0770-4C28-9273-1FC6A514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4 / 5</a:t>
            </a:r>
          </a:p>
        </p:txBody>
      </p:sp>
    </p:spTree>
    <p:extLst>
      <p:ext uri="{BB962C8B-B14F-4D97-AF65-F5344CB8AC3E}">
        <p14:creationId xmlns:p14="http://schemas.microsoft.com/office/powerpoint/2010/main" val="1382802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91E87-FE11-45BB-8DD1-6C5E51AD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E0A10-203C-4259-B58A-458CB6A8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Impacto e plano de apresentação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CFB67-EBF7-4BD8-9041-3EEB3DFA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BENEFÍCIO ESPERADO E COMO MEDIR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359B6-E6A0-4CB3-8CDF-708FF505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DC4F4-8A84-498A-A2C4-43C45A05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HIPÓTESES QUE PRECISAM SER VERIFICADAS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25633-C11D-42D2-B9BD-9F09ADA1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ACE93-176F-4C1E-89E2-74BFDC87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PRÓXIMO PASSO DA EQUIPE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8556B-01F1-4FE2-B039-4C27CBDD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C84C8-FC83-47AD-82D6-1B825B5A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INTEGRANTES E RESPONSABILIDADES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5F4E7-EFF1-482C-9C1F-6EF1F018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09869-3059-42A6-A740-85FFB9C9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5 / 5</a:t>
            </a:r>
          </a:p>
        </p:txBody>
      </p:sp>
    </p:spTree>
    <p:extLst>
      <p:ext uri="{BB962C8B-B14F-4D97-AF65-F5344CB8AC3E}">
        <p14:creationId xmlns:p14="http://schemas.microsoft.com/office/powerpoint/2010/main" val="181956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2026-09-12T13:47:50.2770000Z</dcterms:created>
  <dcterms:modified xsi:type="dcterms:W3CDTF">2026-09-12T13:47:50.2770000Z</dcterms:modified>
</coreProperties>
</file>