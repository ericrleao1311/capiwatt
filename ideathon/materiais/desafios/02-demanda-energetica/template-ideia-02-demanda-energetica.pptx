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e2cf1a51742de" /><Relationship Type="http://schemas.openxmlformats.org/officeDocument/2006/relationships/extended-properties" Target="/docProps/app.xml" Id="R6933c5ecef554483" /><Relationship Type="http://schemas.openxmlformats.org/officeDocument/2006/relationships/officeDocument" Target="/ppt/presentation.xml" Id="Rdbb45ea1159f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38a4d954334cea"/>
  </p:sldMasterIdLst>
  <p:notesMasterIdLst>
    <p:notesMasterId xmlns:r="http://schemas.openxmlformats.org/officeDocument/2006/relationships" r:id="R59839d00a37a4bbf"/>
  </p:notesMasterIdLst>
  <p:sldIdLst>
    <p:sldId xmlns:r="http://schemas.openxmlformats.org/officeDocument/2006/relationships" id="256" r:id="R5035f827025f4d44"/>
    <p:sldId xmlns:r="http://schemas.openxmlformats.org/officeDocument/2006/relationships" id="257" r:id="R236b9ebbe1e24147"/>
    <p:sldId xmlns:r="http://schemas.openxmlformats.org/officeDocument/2006/relationships" id="258" r:id="Ree7d52b3bac64f5b"/>
    <p:sldId xmlns:r="http://schemas.openxmlformats.org/officeDocument/2006/relationships" id="259" r:id="R5356f50d20e04162"/>
    <p:sldId xmlns:r="http://schemas.openxmlformats.org/officeDocument/2006/relationships" id="260" r:id="R09a5a7781b27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49748f02754b7a" /><Relationship Type="http://schemas.openxmlformats.org/officeDocument/2006/relationships/slideMaster" Target="/ppt/slideMasters/slideMaster1.xml" Id="R9c38a4d954334cea" /><Relationship Type="http://schemas.openxmlformats.org/officeDocument/2006/relationships/notesMaster" Target="/ppt/notesMasters/notesMaster1.xml" Id="R59839d00a37a4bbf" /><Relationship Type="http://schemas.openxmlformats.org/officeDocument/2006/relationships/presProps" Target="/ppt/presProps.xml" Id="R3433e28d914c47ea" /><Relationship Type="http://schemas.openxmlformats.org/officeDocument/2006/relationships/tableStyles" Target="/ppt/tableStyles.xml" Id="R70d65e997112498c" /><Relationship Type="http://schemas.openxmlformats.org/officeDocument/2006/relationships/slide" Target="/ppt/slides/slide1.xml" Id="R5035f827025f4d44" /><Relationship Type="http://schemas.openxmlformats.org/officeDocument/2006/relationships/slide" Target="/ppt/slides/slide2.xml" Id="R236b9ebbe1e24147" /><Relationship Type="http://schemas.openxmlformats.org/officeDocument/2006/relationships/slide" Target="/ppt/slides/slide3.xml" Id="Ree7d52b3bac64f5b" /><Relationship Type="http://schemas.openxmlformats.org/officeDocument/2006/relationships/slide" Target="/ppt/slides/slide4.xml" Id="R5356f50d20e04162" /><Relationship Type="http://schemas.openxmlformats.org/officeDocument/2006/relationships/slide" Target="/ppt/slides/slide5.xml" Id="R09a5a7781b27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c25e3f823b41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70d038a0e4dbc" /><Relationship Type="http://schemas.openxmlformats.org/officeDocument/2006/relationships/notesMaster" Target="/ppt/notesMasters/notesMaster1.xml" Id="R73d3bb95c30c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9337712c744e66" /><Relationship Type="http://schemas.openxmlformats.org/officeDocument/2006/relationships/notesMaster" Target="/ppt/notesMasters/notesMaster1.xml" Id="R1377e46d615e46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8476c37eb41d5" /><Relationship Type="http://schemas.openxmlformats.org/officeDocument/2006/relationships/notesMaster" Target="/ppt/notesMasters/notesMaster1.xml" Id="Rf63dd5bba4ff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d1dc77a83648b2" /><Relationship Type="http://schemas.openxmlformats.org/officeDocument/2006/relationships/notesMaster" Target="/ppt/notesMasters/notesMaster1.xml" Id="R888910e06e2a46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4c4ed9394f4bf5" /><Relationship Type="http://schemas.openxmlformats.org/officeDocument/2006/relationships/notesMaster" Target="/ppt/notesMasters/notesMaster1.xml" Id="Rfae18951fd2c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baseado no Caderno de Desafios e Dados. Fonte: Caderno de Desafios e Dados, páginas 7–8. https://cds.climate.copernicus.eu/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Caderno de Desafios e Dados, páginas 7–8. https://cds.climate.copernicus.eu/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 editável de ideação. Desafio e fontes: Caderno de Desafios e Dados, páginas 7–8. https://cds.climate.copernicus.eu/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003732e1e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775971d204013" /><Relationship Type="http://schemas.openxmlformats.org/officeDocument/2006/relationships/slideLayout" Target="/ppt/slideLayouts/slideLayout1.xml" Id="Ra499841ce276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9841ce276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d69eeaa6041ff" /><Relationship Type="http://schemas.openxmlformats.org/officeDocument/2006/relationships/notesSlide" Target="/ppt/notesSlides/notesSlide1.xml" Id="R1251b42469ba40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f766ed8a34586" /><Relationship Type="http://schemas.openxmlformats.org/officeDocument/2006/relationships/notesSlide" Target="/ppt/notesSlides/notesSlide2.xml" Id="Rb53bd7428fce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37c6f379a42e7" /><Relationship Type="http://schemas.openxmlformats.org/officeDocument/2006/relationships/notesSlide" Target="/ppt/notesSlides/notesSlide3.xml" Id="R5af479814c374d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0adffd17542e7" /><Relationship Type="http://schemas.openxmlformats.org/officeDocument/2006/relationships/notesSlide" Target="/ppt/notesSlides/notesSlide4.xml" Id="R402081abd11d42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851bf455e436b" /><Relationship Type="http://schemas.openxmlformats.org/officeDocument/2006/relationships/notesSlide" Target="/ppt/notesSlides/notesSlide5.xml" Id="R0c78239505b544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8F039-3A5A-4978-8D17-A971DEAE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AE476-44D3-4DC4-910F-F0062EF0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Demanda energética, clima e operação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920C-F4C6-436B-8A3E-8CD8068E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7C74"/>
                </a:solidFill>
                <a:latin typeface="Aptos"/>
                <a:ea typeface="Aptos"/>
                <a:cs typeface="Aptos"/>
              </a:rPr>
              <a:t>Canvas para construção da ideia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0029C-49A1-44D5-8462-CDA6BB5E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</a:t>
            </a:r>
          </a:p>
        </p:txBody>
      </p:sp>
    </p:spTree>
    <p:extLst>
      <p:ext uri="{BB962C8B-B14F-4D97-AF65-F5344CB8AC3E}">
        <p14:creationId xmlns:p14="http://schemas.microsoft.com/office/powerpoint/2010/main" val="1120942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331EF-36B2-44DA-A617-D7E39F1E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CF993-BC94-4D84-9503-3F5FAD8B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A32FA-520A-4A6D-A6B2-633D527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8E63A-B994-4023-A611-1ADE4411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A demanda varia conforme horário, região, clima, atividade econômica e hábitos. Demanda (potência) e consumo (energia no período) representam questões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5BFB1-9B7E-43E1-9FCC-B2E22F7A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5AA1F-CD49-4C46-936A-BBB8C09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Como entender os fatores que alteram a demanda e apoiar uma operação mais segura e eficiente?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916D4-5155-4D16-A0AC-6930581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É AFETADO E QUAL DECISÃO PRECISA MELHORAR?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4FB7B-C288-4618-9B05-377920A1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88C5-4721-4727-A082-EA9E9F3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2 / 5</a:t>
            </a:r>
          </a:p>
        </p:txBody>
      </p:sp>
    </p:spTree>
    <p:extLst>
      <p:ext uri="{BB962C8B-B14F-4D97-AF65-F5344CB8AC3E}">
        <p14:creationId xmlns:p14="http://schemas.microsoft.com/office/powerpoint/2010/main" val="1888398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EAF2E-8E1A-467D-87D7-9DA5BCFD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4B24C-EF1A-4155-A7CA-8D5974FD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DC71A-173E-4EB8-BA91-3233872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IDEIA EM UMA FRASE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A7FB6-79F4-48CB-9CFF-921EFBC3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2A258-882E-4D2F-AD2C-E90F291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IA CONTRIBUI?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DD5BD-0D75-437B-B78A-864E4009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3D8BE-27DF-4B98-9AD2-0565AAE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USARIA A SOLUÇÃO E EM QUE MOMENTO?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568A5-EC64-4750-A65B-21634E33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88F70-D7FF-4A93-9BF8-7D6590D5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RESULTADO QUE A EQUIPE ESPERA PRODUZIR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B84C8-25F9-4FAA-9888-F023A981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02C08-B688-4251-8FC7-EA8329B2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3 / 5</a:t>
            </a:r>
          </a:p>
        </p:txBody>
      </p:sp>
    </p:spTree>
    <p:extLst>
      <p:ext uri="{BB962C8B-B14F-4D97-AF65-F5344CB8AC3E}">
        <p14:creationId xmlns:p14="http://schemas.microsoft.com/office/powerpoint/2010/main" val="1539499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24E15-7BD8-40BB-929E-1914FDD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DACE6-2A7B-4E96-9F37-39CF754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Dados e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E91EC-93FD-4C61-8214-F187187D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9E28A-3264-4254-A7EF-93031A31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Investigar séries de demanda e consumo, clima e variáveis temporais/regionais. O caderno sugere ERA5 como possível complemento.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B2E10-3B31-4047-A61E-347CBD28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SOLUÇÃO USARIA ESSES DADOS?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ED25-64CC-4C20-882E-D5B8F9B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660D2-EF26-41F3-8E20-C131E7BC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LIMITAÇÕES, RISCOS E CUIDADOS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9CABA-B1C0-45A0-AE37-96B7937D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A55E2-9378-420B-A474-123565D0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VALIDAR A PROPOSTA?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152A4-8117-48F8-A0CF-06CFDB0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D2FD9-0C1E-442D-B78D-2137186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4 / 5</a:t>
            </a:r>
          </a:p>
        </p:txBody>
      </p:sp>
    </p:spTree>
    <p:extLst>
      <p:ext uri="{BB962C8B-B14F-4D97-AF65-F5344CB8AC3E}">
        <p14:creationId xmlns:p14="http://schemas.microsoft.com/office/powerpoint/2010/main" val="1897038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8AADC-1D84-47B4-972C-70BCFEAA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EA3C8-C9BB-4AD1-9125-1B1570B6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Impacto e plano de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397F2-62A2-44F1-AD9B-6EA4EC8E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BENEFÍCIO ESPERADO E COMO MEDIR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1ABC3-FE2B-4588-8CEC-135AAFBA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F62DA-39CE-4379-A131-2E6F2D95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HIPÓTESES QUE PRECISAM SER VERIFICADAS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E231-4498-46F0-A944-594B88E3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F1DE6-F27A-433D-B5E9-F8D5E86F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PRÓXIMO PASSO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D4297-D300-4038-9358-5450BE00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B5E57-01C2-4D94-83CB-55545D7E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INTEGRANTES E RESPONSABILIDADES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05732-D858-49FF-97A1-8CCDAECF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AD10-8BC5-4855-B821-65F99D78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5 / 5</a:t>
            </a:r>
          </a:p>
        </p:txBody>
      </p:sp>
    </p:spTree>
    <p:extLst>
      <p:ext uri="{BB962C8B-B14F-4D97-AF65-F5344CB8AC3E}">
        <p14:creationId xmlns:p14="http://schemas.microsoft.com/office/powerpoint/2010/main" val="198464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2026-09-12T13:47:48.1130000Z</dcterms:created>
  <dcterms:modified xsi:type="dcterms:W3CDTF">2026-09-12T13:47:48.1130000Z</dcterms:modified>
</coreProperties>
</file>