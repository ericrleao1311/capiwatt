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13e56b0e8c45a8" /><Relationship Type="http://schemas.openxmlformats.org/officeDocument/2006/relationships/extended-properties" Target="/docProps/app.xml" Id="R68b2b5d590a24a34" /><Relationship Type="http://schemas.openxmlformats.org/officeDocument/2006/relationships/officeDocument" Target="/ppt/presentation.xml" Id="R6776d170da1f41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122b06da814aec"/>
  </p:sldMasterIdLst>
  <p:notesMasterIdLst>
    <p:notesMasterId xmlns:r="http://schemas.openxmlformats.org/officeDocument/2006/relationships" r:id="R68b0395dd3d34c42"/>
  </p:notesMasterIdLst>
  <p:sldIdLst>
    <p:sldId xmlns:r="http://schemas.openxmlformats.org/officeDocument/2006/relationships" id="256" r:id="R62a843b2e8594666"/>
    <p:sldId xmlns:r="http://schemas.openxmlformats.org/officeDocument/2006/relationships" id="257" r:id="Rccd26619f7f94845"/>
    <p:sldId xmlns:r="http://schemas.openxmlformats.org/officeDocument/2006/relationships" id="258" r:id="Rfe9aa04069f84d5a"/>
    <p:sldId xmlns:r="http://schemas.openxmlformats.org/officeDocument/2006/relationships" id="259" r:id="R407343aef81742f1"/>
    <p:sldId xmlns:r="http://schemas.openxmlformats.org/officeDocument/2006/relationships" id="260" r:id="Rc41d7104317249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d7f70c89134233" /><Relationship Type="http://schemas.openxmlformats.org/officeDocument/2006/relationships/slideMaster" Target="/ppt/slideMasters/slideMaster1.xml" Id="R81122b06da814aec" /><Relationship Type="http://schemas.openxmlformats.org/officeDocument/2006/relationships/notesMaster" Target="/ppt/notesMasters/notesMaster1.xml" Id="R68b0395dd3d34c42" /><Relationship Type="http://schemas.openxmlformats.org/officeDocument/2006/relationships/presProps" Target="/ppt/presProps.xml" Id="Rfc5449fec92a439e" /><Relationship Type="http://schemas.openxmlformats.org/officeDocument/2006/relationships/tableStyles" Target="/ppt/tableStyles.xml" Id="R9a5ac685a8f4477d" /><Relationship Type="http://schemas.openxmlformats.org/officeDocument/2006/relationships/slide" Target="/ppt/slides/slide1.xml" Id="R62a843b2e8594666" /><Relationship Type="http://schemas.openxmlformats.org/officeDocument/2006/relationships/slide" Target="/ppt/slides/slide2.xml" Id="Rccd26619f7f94845" /><Relationship Type="http://schemas.openxmlformats.org/officeDocument/2006/relationships/slide" Target="/ppt/slides/slide3.xml" Id="Rfe9aa04069f84d5a" /><Relationship Type="http://schemas.openxmlformats.org/officeDocument/2006/relationships/slide" Target="/ppt/slides/slide4.xml" Id="R407343aef81742f1" /><Relationship Type="http://schemas.openxmlformats.org/officeDocument/2006/relationships/slide" Target="/ppt/slides/slide5.xml" Id="Rc41d7104317249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5d46e1287c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90db3f26fd405d" /><Relationship Type="http://schemas.openxmlformats.org/officeDocument/2006/relationships/notesMaster" Target="/ppt/notesMasters/notesMaster1.xml" Id="R4243bb64270d48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2cf333b85e4d3b" /><Relationship Type="http://schemas.openxmlformats.org/officeDocument/2006/relationships/notesMaster" Target="/ppt/notesMasters/notesMaster1.xml" Id="R0e450d6d03504f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783b89ca8a4900" /><Relationship Type="http://schemas.openxmlformats.org/officeDocument/2006/relationships/notesMaster" Target="/ppt/notesMasters/notesMaster1.xml" Id="R6bcf7d3d269b41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7752e4fb0c4297" /><Relationship Type="http://schemas.openxmlformats.org/officeDocument/2006/relationships/notesMaster" Target="/ppt/notesMasters/notesMaster1.xml" Id="R7e9578cfd08e4f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c9b140d61c4c3b" /><Relationship Type="http://schemas.openxmlformats.org/officeDocument/2006/relationships/notesMaster" Target="/ppt/notesMasters/notesMaster1.xml" Id="R0e0734742df947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 baseado no Caderno de Desafios e Dados. Fonte: Caderno de Desafios e Dados, página 10. https://www.gov.br/aneel/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Caderno de Desafios e Dados, página 10. https://www.gov.br/aneel/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Canvas editável de ideação. Desafio e fontes: Caderno de Desafios e Dados, página 10. https://www.gov.br/aneel/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a5293014544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ccd705df34f47" /><Relationship Type="http://schemas.openxmlformats.org/officeDocument/2006/relationships/slideLayout" Target="/ppt/slideLayouts/slideLayout1.xml" Id="R4f68332aba6d42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8332aba6d42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1da9a49414caf" /><Relationship Type="http://schemas.openxmlformats.org/officeDocument/2006/relationships/notesSlide" Target="/ppt/notesSlides/notesSlide1.xml" Id="R967b2610f77544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36f1ca81d449e" /><Relationship Type="http://schemas.openxmlformats.org/officeDocument/2006/relationships/notesSlide" Target="/ppt/notesSlides/notesSlide2.xml" Id="R25caba3ee4a04e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9561bc83b4904" /><Relationship Type="http://schemas.openxmlformats.org/officeDocument/2006/relationships/notesSlide" Target="/ppt/notesSlides/notesSlide3.xml" Id="Rf4a5eaa995c146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03cc722ce4846" /><Relationship Type="http://schemas.openxmlformats.org/officeDocument/2006/relationships/notesSlide" Target="/ppt/notesSlides/notesSlide4.xml" Id="R9413aa137f2143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d77b735374dc0" /><Relationship Type="http://schemas.openxmlformats.org/officeDocument/2006/relationships/notesSlide" Target="/ppt/notesSlides/notesSlide5.xml" Id="R51ed6e8bf0f640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496C4-F712-4C1C-9646-3357BC28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BCFBF-C516-44E5-9C92-8218565E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Copiloto regulatório inteligente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253C9-0931-47AB-968E-253F42C2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7C74"/>
                </a:solidFill>
                <a:latin typeface="Aptos"/>
                <a:ea typeface="Aptos"/>
                <a:cs typeface="Aptos"/>
              </a:rPr>
              <a:t>Canvas para construção da ideia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181AF-E968-4D3C-AA5D-ECF39B3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</a:t>
            </a:r>
          </a:p>
        </p:txBody>
      </p:sp>
    </p:spTree>
    <p:extLst>
      <p:ext uri="{BB962C8B-B14F-4D97-AF65-F5344CB8AC3E}">
        <p14:creationId xmlns:p14="http://schemas.microsoft.com/office/powerpoint/2010/main" val="1919378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7A390-F69A-4ACD-BDA2-FFCE0EE2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5DC59-5BDB-4185-9A57-528E8520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Problema e 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42478-41B1-4B66-8D99-B727818E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97879-34B8-4DD3-98CF-A184BE0E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Atos, decisões, consultas e notas técnicas do setor elétrico estão distribuídos por várias instituições e formatos. A análise manual dificulta acompanhar mudanças e seus impactos.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AB964-8DCC-4A29-8894-68A75941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PERGUNTA ORIENTADORA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51541-B363-4945-95E2-8974AB96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Como transformar informações regulatórias em decisões rápidas, rastreáveis e fundamentadas?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A34F6-FBA9-41D8-90C9-25EE5882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É AFETADO E QUAL DECISÃO PRECISA MELHORAR?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D332D-FC63-4620-BEF0-6A54FB5F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C013D-8B62-45A6-809F-6FCEB304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2 / 5</a:t>
            </a:r>
          </a:p>
        </p:txBody>
      </p:sp>
    </p:spTree>
    <p:extLst>
      <p:ext uri="{BB962C8B-B14F-4D97-AF65-F5344CB8AC3E}">
        <p14:creationId xmlns:p14="http://schemas.microsoft.com/office/powerpoint/2010/main" val="25504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9E4B1-4B47-44F9-932E-0C2DB2E5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9F76F-432C-4129-97FA-34258251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Proposta de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5C1CB-938A-4838-8AFE-01B89206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IDEIA EM UMA FRASE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B1CE7-9704-473C-BA82-668570F2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BB3F6-A7B0-4562-B7F4-5D0F297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IA CONTRIBUI?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52DAC-C1EC-487F-A537-1B44A93F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87953-762C-4A79-9410-FEB8F6D7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USARIA A SOLUÇÃO E EM QUE MOMENTO?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ACA88-A87E-4A9D-A31D-D2F92F19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D20B3-E203-4D4D-B768-C182A01C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RESULTADO QUE A EQUIPE ESPERA PRODUZIR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754F3-990D-4BE3-A243-2BFB7AB9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FFFE9-68BF-44E7-9963-FDBFCF7F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3 / 5</a:t>
            </a:r>
          </a:p>
        </p:txBody>
      </p:sp>
    </p:spTree>
    <p:extLst>
      <p:ext uri="{BB962C8B-B14F-4D97-AF65-F5344CB8AC3E}">
        <p14:creationId xmlns:p14="http://schemas.microsoft.com/office/powerpoint/2010/main" val="128915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9B8C4-9CEB-490A-BF00-04E4CAC7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5B776-2C5A-4501-A820-4E2AE97F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Dados e funcionamento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CAC2-DFD8-4DA4-BC58-1D53899F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DADOS POSSÍVEIS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55679-AF04-4CB4-9B6F-BF28457A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Documentos oficiais de ANEEL, ONS, MME, EPE, CCEE e Diário Oficial da União. Respostas devem apontar documentos de origem.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CC6FA-DC5B-4369-BE5F-542074C9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SOLUÇÃO USARIA ESSES DADOS?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3590B-839A-4E47-90DF-117A7F6D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8B99E-EB5B-4D34-8ADA-34600EEE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LIMITAÇÕES, RISCOS E CUIDADOS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728E3-4671-48DA-9039-EEA01EEA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387E6-B19A-443C-A374-741DC02C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VALIDAR A PROPOSTA?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A3E8B-8CBA-41C0-ACAC-FBDE2B22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AEC93-D6A9-4C04-943F-DC32FD62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4 / 5</a:t>
            </a:r>
          </a:p>
        </p:txBody>
      </p:sp>
    </p:spTree>
    <p:extLst>
      <p:ext uri="{BB962C8B-B14F-4D97-AF65-F5344CB8AC3E}">
        <p14:creationId xmlns:p14="http://schemas.microsoft.com/office/powerpoint/2010/main" val="847279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0851F-180F-4B08-9F5D-FCA195E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21F1F-9C9A-4B93-8C78-03F7AE7E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Impacto e plano de apresentação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BFDBD-B23D-45E2-BED7-6478ABA6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BENEFÍCIO ESPERADO E COMO MEDIR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AA6DA-1DAB-4CA8-BBD6-D80E4935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0FCD3-97DD-4673-BF6E-BA6E1A41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HIPÓTESES QUE PRECISAM SER VERIFICADAS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9E8D1-B6A2-4973-B427-B65CEAE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C6AC2-E047-436B-BA1E-80FA409D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PRÓXIMO PASSO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E2060-8DC3-4E62-96FA-E5C5791B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840F5-6238-4C22-B60B-7BB276F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INTEGRANTES E RESPONSABILIDADES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C2C38-3C50-49FF-86AD-DEF89DD7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589FE-7C90-4AED-A816-26D3D884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5 / 5</a:t>
            </a:r>
          </a:p>
        </p:txBody>
      </p:sp>
    </p:spTree>
    <p:extLst>
      <p:ext uri="{BB962C8B-B14F-4D97-AF65-F5344CB8AC3E}">
        <p14:creationId xmlns:p14="http://schemas.microsoft.com/office/powerpoint/2010/main" val="415716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2026-09-12T13:47:52.1350000Z</dcterms:created>
  <dcterms:modified xsi:type="dcterms:W3CDTF">2026-09-12T13:47:52.1350000Z</dcterms:modified>
</coreProperties>
</file>